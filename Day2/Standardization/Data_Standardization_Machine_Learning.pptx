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standardization is a preprocessing technique that scales features to a common range.</a:t>
            </a:r>
          </a:p>
          <a:p>
            <a:r>
              <a:t>It is crucial when features have different units or value ranges.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Standardize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algorithms perform better when features are on similar scales.</a:t>
            </a:r>
          </a:p>
          <a:p>
            <a:r>
              <a:t>Prevents dominance of large-scale features.</a:t>
            </a:r>
          </a:p>
          <a:p>
            <a:r>
              <a:t>Improves convergence for gradient-based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Breast Cancer Dataset from sklearn.datasets</a:t>
            </a:r>
          </a:p>
          <a:p>
            <a:r>
              <a:t>569 samples, 30 numerical features</a:t>
            </a:r>
          </a:p>
          <a:p>
            <a:r>
              <a:t>Target: Benign (0) or Malignant (1)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NumPy – numerical operations</a:t>
            </a:r>
          </a:p>
          <a:p>
            <a:r>
              <a:t>Pandas – data manipulation</a:t>
            </a:r>
          </a:p>
          <a:p>
            <a:r>
              <a:t>StandardScaler – feature scaling</a:t>
            </a:r>
          </a:p>
          <a:p>
            <a:r>
              <a:t>train_test_split – data splitting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 before standardization</a:t>
            </a:r>
          </a:p>
          <a:p>
            <a:r>
              <a:t>Avoids data leakage</a:t>
            </a:r>
          </a:p>
          <a:p>
            <a:r>
              <a:t>Handles outliers better</a:t>
            </a:r>
          </a:p>
          <a:p>
            <a:r>
              <a:t>Typical split: 80% train, 20%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StandardScaler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z = (x - mean) / standard deviation</a:t>
            </a:r>
          </a:p>
          <a:p>
            <a:r>
              <a:t>Centers data around 0</a:t>
            </a:r>
          </a:p>
          <a:p>
            <a:r>
              <a:t>Scales variance to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StandardScaler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Fit scaler only on training data</a:t>
            </a:r>
          </a:p>
          <a:p>
            <a:r>
              <a:t>Transform both training and test data</a:t>
            </a:r>
          </a:p>
          <a:p>
            <a:r>
              <a:t>Prevents test data information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deviation of standardized training data ≈ 1</a:t>
            </a:r>
          </a:p>
          <a:p>
            <a:r>
              <a:t>Test data deviation close to 1</a:t>
            </a:r>
          </a:p>
          <a:p>
            <a:r>
              <a:t>Confirms successful standardization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Standardization improves model performance</a:t>
            </a:r>
          </a:p>
          <a:p>
            <a:r>
              <a:t>Essential preprocessing step</a:t>
            </a:r>
          </a:p>
          <a:p>
            <a:r>
              <a:t>Commonly used in ML 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
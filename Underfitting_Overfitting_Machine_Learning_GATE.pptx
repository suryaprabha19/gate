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Underfitting &amp; Overfitting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model fit, bias-variance tradeoff, detection and solutions</a:t>
            </a:r>
          </a:p>
          <a:p/>
          <a:p>
            <a:r>
              <a:t>Prepared for GATE / ML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Model Fit?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fit describes how well a machine learning model captures patterns in data.</a:t>
            </a:r>
          </a:p>
          <a:p>
            <a:r>
              <a:t>A good model generalizes well to unseen data.</a:t>
            </a:r>
          </a:p>
          <a:p>
            <a:r>
              <a:t>Problems arise when the model is too simple or too complex.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Underfitting occurs when the model is too simple.</a:t>
            </a:r>
          </a:p>
          <a:p>
            <a:r>
              <a:t>It fails to capture important patterns.</a:t>
            </a:r>
          </a:p>
          <a:p>
            <a:r>
              <a:t>High training error and high test error.</a:t>
            </a:r>
          </a:p>
          <a:p>
            <a:r>
              <a:t>Associated with high bias and low variance.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Causes of 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complexity too low</a:t>
            </a:r>
          </a:p>
          <a:p>
            <a:r>
              <a:t>Insufficient features</a:t>
            </a:r>
          </a:p>
          <a:p>
            <a:r>
              <a:t>Excessive regularization</a:t>
            </a:r>
          </a:p>
          <a:p>
            <a:r>
              <a:t>Insufficient training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Overfitting occurs when the model learns noise instead of patterns.</a:t>
            </a:r>
          </a:p>
          <a:p>
            <a:r>
              <a:t>Very low training error but high test error.</a:t>
            </a:r>
          </a:p>
          <a:p>
            <a:r>
              <a:t>Associated with low bias and high variance.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Causes of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too complex</a:t>
            </a:r>
          </a:p>
          <a:p>
            <a:r>
              <a:t>Too many or irrelevant features</a:t>
            </a:r>
          </a:p>
          <a:p>
            <a:r>
              <a:t>Small dataset</a:t>
            </a:r>
          </a:p>
          <a:p>
            <a:r>
              <a:t>Lack of regularization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Bias-Variance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Bias → Underfitting</a:t>
            </a:r>
          </a:p>
          <a:p>
            <a:r>
              <a:t>High Variance → Overfitting</a:t>
            </a:r>
          </a:p>
          <a:p>
            <a:r>
              <a:t>Goal is to balance bias and variance for good generalization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Detecting Underfitting vs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Underfitting: High training and test error</a:t>
            </a:r>
          </a:p>
          <a:p>
            <a:r>
              <a:t>Overfitting: Low training error, high test error</a:t>
            </a:r>
          </a:p>
          <a:p>
            <a:r>
              <a:t>Learning curves help identify both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Reducing 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model complexity</a:t>
            </a:r>
          </a:p>
          <a:p>
            <a:r>
              <a:t>Add meaningful features</a:t>
            </a:r>
          </a:p>
          <a:p>
            <a:r>
              <a:t>Reduce regularization</a:t>
            </a:r>
          </a:p>
          <a:p>
            <a:r>
              <a:t>Train for longer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Reducing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 more data</a:t>
            </a:r>
          </a:p>
          <a:p>
            <a:r>
              <a:t>Reduce model complexity</a:t>
            </a:r>
          </a:p>
          <a:p>
            <a:r>
              <a:t>Use L1/L2 regularization</a:t>
            </a:r>
          </a:p>
          <a:p>
            <a:r>
              <a:t>Early stopping</a:t>
            </a:r>
          </a:p>
          <a:p>
            <a:r>
              <a:t>Feature selection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Fit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 complexity</a:t>
            </a:r>
          </a:p>
          <a:p>
            <a:r>
              <a:t>Good performance on training and unseen data</a:t>
            </a:r>
          </a:p>
          <a:p>
            <a:r>
              <a:t>Avoids memorization and oversimplification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Underfitting: Model too simple</a:t>
            </a:r>
          </a:p>
          <a:p>
            <a:r>
              <a:t>Overfitting: Model too complex</a:t>
            </a:r>
          </a:p>
          <a:p>
            <a:r>
              <a:t>Bias-variance tradeoff explains both</a:t>
            </a:r>
          </a:p>
          <a:p>
            <a:r>
              <a:t>Proper model selection and validation are key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
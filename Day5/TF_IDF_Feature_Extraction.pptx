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Extraction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Feature extraction converts textual data into numerical vectors so machine learning models can process text.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Feature Extraction?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ML models understand numbers, not text</a:t>
            </a:r>
          </a:p>
          <a:p>
            <a:r>
              <a:t>• Text must be transformed into numerical form</a:t>
            </a:r>
          </a:p>
          <a:p>
            <a:r>
              <a:t>• Feature vectors represent text numerically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Bag of Words (BoW)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Creates a list of all unique words in a corpus</a:t>
            </a:r>
          </a:p>
          <a:p>
            <a:r>
              <a:t>• Ignores grammar and word order</a:t>
            </a:r>
          </a:p>
          <a:p>
            <a:r>
              <a:t>• Counts word occurrences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TF-IDF Vectorizer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TF-IDF stands for Term Frequency - Inverse Document Frequency.</a:t>
            </a:r>
          </a:p>
          <a:p>
            <a:r>
              <a:t>It improves BoW by reducing the impact of common words.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Term Frequency (TF)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Measures how often a word appears in a document.</a:t>
            </a:r>
          </a:p>
          <a:p/>
          <a:p>
            <a:r>
              <a:t>TF = (No. of times term t appears) / (Total terms in document)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Inverse Document Frequency (IDF)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Measures how important a word is.</a:t>
            </a:r>
          </a:p>
          <a:p/>
          <a:p>
            <a:r>
              <a:t>IDF = log(Total documents / Documents containing term t)</a:t>
            </a:r>
          </a:p>
          <a:p>
            <a:r>
              <a:t>Rare words get higher weight.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TF-IDF Formula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TF-IDF = TF × IDF</a:t>
            </a:r>
          </a:p>
          <a:p/>
          <a:p>
            <a:r>
              <a:t>Produces numerical values used as feature vectors.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Practical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in spam detection, fake news prediction, sentiment analysis, etc.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TfidfVectorizer from sklearn.feature_extraction.text</a:t>
            </a:r>
          </a:p>
          <a:p>
            <a:r>
              <a:t>Steps:</a:t>
            </a:r>
          </a:p>
          <a:p>
            <a:r>
              <a:t>1. Import library</a:t>
            </a:r>
          </a:p>
          <a:p>
            <a:r>
              <a:t>2. Fit data</a:t>
            </a:r>
          </a:p>
          <a:p>
            <a:r>
              <a:t>3. Transform text to vectors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TF-IDF efficiently converts text to numerical data while reducing noise from common words.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
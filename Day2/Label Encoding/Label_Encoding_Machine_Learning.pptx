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Label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Label Encoding is a data preprocessing technique.</a:t>
            </a:r>
          </a:p>
          <a:p>
            <a:r>
              <a:t>It converts categorical text labels into numerical values.</a:t>
            </a:r>
          </a:p>
          <a:p>
            <a:r>
              <a:t>Required because ML models work with numbers, not 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Label Encoding?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classification problems.</a:t>
            </a:r>
          </a:p>
          <a:p>
            <a:r>
              <a:t>Example: Diabetic / Non-Diabetic → 0 / 1.</a:t>
            </a:r>
          </a:p>
          <a:p>
            <a:r>
              <a:t>Helps algorithms interpret class labels correctly.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Breast Cancer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loaded from data.csv.</a:t>
            </a:r>
          </a:p>
          <a:p>
            <a:r>
              <a:t>Diagnosis column contains labels:</a:t>
            </a:r>
          </a:p>
          <a:p>
            <a:r>
              <a:t>B → Benign, M → Malignant.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Benign (B): Early stage cancer.</a:t>
            </a:r>
          </a:p>
          <a:p>
            <a:r>
              <a:t>Malignant (M): Advanced stage cancer.</a:t>
            </a:r>
          </a:p>
          <a:p>
            <a:r>
              <a:t>Goal: Convert these text labels into numbers.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Counting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Benign cases: 357</a:t>
            </a:r>
          </a:p>
          <a:p>
            <a:r>
              <a:t>Malignant cases: 212</a:t>
            </a:r>
          </a:p>
          <a:p>
            <a:r>
              <a:t>value_counts() used to understand class distribution.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Applying LabelEncoder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LabelEncoder imported from sklearn.preprocessing.</a:t>
            </a:r>
          </a:p>
          <a:p>
            <a:r>
              <a:t>fit_transform() applied on Diagnosis column.</a:t>
            </a:r>
          </a:p>
          <a:p>
            <a:r>
              <a:t>Creates numerical labels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Encoding Result (Breast Cancer)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 → 0 (alphabetical order)</a:t>
            </a:r>
          </a:p>
          <a:p>
            <a:r>
              <a:t>M → 1</a:t>
            </a:r>
          </a:p>
          <a:p>
            <a:r>
              <a:t>Encoded labels stored in new column: target.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Iris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loaded from iris.csv.</a:t>
            </a:r>
          </a:p>
          <a:p>
            <a:r>
              <a:t>Target column: species.</a:t>
            </a:r>
          </a:p>
          <a:p>
            <a:r>
              <a:t>Three unique categories present.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Iris Species Labels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Iris-setosa</a:t>
            </a:r>
          </a:p>
          <a:p>
            <a:r>
              <a:t>Iris-versicolor</a:t>
            </a:r>
          </a:p>
          <a:p>
            <a:r>
              <a:t>Iris-virginica</a:t>
            </a:r>
          </a:p>
          <a:p>
            <a:r>
              <a:t>Each species has 50 samples.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Encoding Result (Iris)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Iris-setosa → 0</a:t>
            </a:r>
          </a:p>
          <a:p>
            <a:r>
              <a:t>Iris-versicolor → 1</a:t>
            </a:r>
          </a:p>
          <a:p>
            <a:r>
              <a:t>Iris-virginica → 2</a:t>
            </a:r>
          </a:p>
          <a:p>
            <a:r>
              <a:t>Encoding based on alphabetical order.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Converts categorical labels to numbers.</a:t>
            </a:r>
          </a:p>
          <a:p>
            <a:r>
              <a:t>Uses alphabetical ordering.</a:t>
            </a:r>
          </a:p>
          <a:p>
            <a:r>
              <a:t>Essential step in ML preprocessing.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
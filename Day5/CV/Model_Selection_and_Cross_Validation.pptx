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Choose the Right ML Model</a:t>
            </a:r>
          </a:p>
          <a:p>
            <a:r>
              <a:t>Based on Data, Task, and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Model Selection?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of choosing the best model for a problem</a:t>
            </a:r>
          </a:p>
          <a:p>
            <a:r>
              <a:t>Depends on:</a:t>
            </a:r>
          </a:p>
          <a:p>
            <a:r>
              <a:t>- Dataset</a:t>
            </a:r>
          </a:p>
          <a:p>
            <a:r>
              <a:t>- Task</a:t>
            </a:r>
          </a:p>
          <a:p>
            <a:r>
              <a:t>- Nature of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Supervised Learning (Logistic Regression, SVM)</a:t>
            </a:r>
          </a:p>
          <a:p>
            <a:r>
              <a:t>- Unsupervised Learning (K-Means, Hierarchical Clustering)</a:t>
            </a:r>
          </a:p>
          <a:p>
            <a:r>
              <a:t>- Deep Learning (CNN, RNN)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Based on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/ Video Data → CNN</a:t>
            </a:r>
          </a:p>
          <a:p>
            <a:r>
              <a:t>Text / Speech Data → RNN</a:t>
            </a:r>
          </a:p>
          <a:p>
            <a:r>
              <a:t>Numerical Data → SVM, Logistic Regression, Decision Trees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Based on Task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→ SVM, Logistic Regression, Decision Trees</a:t>
            </a:r>
          </a:p>
          <a:p>
            <a:r>
              <a:t>Regression → Linear Regression, Random Forest</a:t>
            </a:r>
          </a:p>
          <a:p>
            <a:r>
              <a:t>Clustering → K-Means, Hierarchical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categories (e.g., Disease: Yes/No)</a:t>
            </a:r>
          </a:p>
          <a:p>
            <a:r>
              <a:t>Common Models:</a:t>
            </a:r>
          </a:p>
          <a:p>
            <a:r>
              <a:t>- Logistic Regression</a:t>
            </a:r>
          </a:p>
          <a:p>
            <a:r>
              <a:t>- SVM</a:t>
            </a:r>
          </a:p>
          <a:p>
            <a:r>
              <a:t>- Decision Trees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numerical values (e.g., House Price)</a:t>
            </a:r>
          </a:p>
          <a:p>
            <a:r>
              <a:t>Common Models:</a:t>
            </a:r>
          </a:p>
          <a:p>
            <a:r>
              <a:t>- Linear Regression</a:t>
            </a:r>
          </a:p>
          <a:p>
            <a:r>
              <a:t>- Polynomial Regression</a:t>
            </a:r>
          </a:p>
          <a:p>
            <a:r>
              <a:t>- Random Forest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similar data points</a:t>
            </a:r>
          </a:p>
          <a:p>
            <a:r>
              <a:t>Examples:</a:t>
            </a:r>
          </a:p>
          <a:p>
            <a:r>
              <a:t>- Customer Segmentation</a:t>
            </a:r>
          </a:p>
          <a:p>
            <a:r>
              <a:t>Models Used:</a:t>
            </a:r>
          </a:p>
          <a:p>
            <a:r>
              <a:t>- K-Means</a:t>
            </a:r>
          </a:p>
          <a:p>
            <a:r>
              <a:t>- Hierarchical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Model Choice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models perform differently</a:t>
            </a:r>
          </a:p>
          <a:p>
            <a:r>
              <a:t>Accuracy, data size, noise, and complexity matter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 to compare models fairly</a:t>
            </a:r>
          </a:p>
          <a:p>
            <a:r>
              <a:t>Provides reliable accuracy estimate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Cross-Validation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split into K folds</a:t>
            </a:r>
          </a:p>
          <a:p>
            <a:r>
              <a:t>Train on K-1 folds</a:t>
            </a:r>
          </a:p>
          <a:p>
            <a:r>
              <a:t>Test on remaining fold</a:t>
            </a:r>
          </a:p>
          <a:p>
            <a:r>
              <a:t>Repeat K times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Cross-Validation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 Accuracy ≈ 84.4%</a:t>
            </a:r>
          </a:p>
          <a:p>
            <a:r>
              <a:t>Logistic Regression Accuracy ≈ 88%</a:t>
            </a:r>
          </a:p>
          <a:p>
            <a:r>
              <a:t>Best Model → Logistic Regression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Cross-Validation in sklearn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Function: cross_val_score</a:t>
            </a:r>
          </a:p>
          <a:p>
            <a:r>
              <a:t>Used to compare multiple models</a:t>
            </a:r>
          </a:p>
          <a:p>
            <a:r>
              <a:t>Returns average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models based on data &amp; task</a:t>
            </a:r>
          </a:p>
          <a:p>
            <a:r>
              <a:t>Use cross-validation to compare models</a:t>
            </a:r>
          </a:p>
          <a:p>
            <a:r>
              <a:t>No single model works best for all problems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Selection &amp; Cross Validation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